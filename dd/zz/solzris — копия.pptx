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lvl="0">
      <a:defRPr lang="ru-RU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9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E32E4-16FA-49AC-AF1E-F7938AE96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2B75CF-E055-4022-82D8-D49B9D9F8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2E9E5-504B-47F6-8812-A8CCD95A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38B4BD-057D-4C65-9C71-84E165D4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E47207-3713-4FE0-AAF4-5521112C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4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A436F-F96E-4837-BC4B-97F62299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9D9804-53F3-4D70-A9D9-E2BEE8A98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25E813-31FF-4178-8435-9C3B0F1A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FBF37-4B34-444F-AB5C-A7A89068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D49F4-9706-4115-9A2C-5582D04D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20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DB409-3169-4802-B4D0-F036157B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E0FD3E-A5D7-4008-BCA3-0E44B6CB7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E06979-90E7-4DE5-87C5-590E514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6EC389-62A4-42AB-BBF6-D0FCB61E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B47324-BAF2-481B-AA81-BFB53C38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48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B6D07-3B23-4030-A062-D62AC743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F6A0A-EE8C-420A-8030-7625D1E21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6404D7-E17C-4BC2-B6D9-F3F3A7B88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3DD9B4-579E-4FA0-8225-FAA8CA72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DEC4A8-1011-4D12-9D3C-9C78096C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35BEB6-82CC-4C69-A2AB-1E8398AA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81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99EAB-142F-4400-BF0D-9F95620F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977A82-7DF0-41B0-8B01-C4C47B54D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8EA9C3-6599-46CB-ADC9-9B2089DE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90E729D-C53A-434C-AF8F-3CB6F37AA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7918BD-A84F-4160-A01B-BA5788D94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3C1419-7B02-45B1-ADB2-5A9EC8F1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53431B-86B7-4712-A458-F9BD81A6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27C95E9-7D3F-49BC-A38E-2AA32E9C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81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BBB27-A8CB-4B90-B787-AD90ED04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5C354C-B985-4B63-AA2D-0BDAFCAC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AA350A-EA4D-473B-9D51-D058F23C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3D719B-0A82-413A-8D3E-6A8EB895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2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6A6239-2371-4B40-8F6B-D3AAA10D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81561AE-7B06-4F50-BAF7-CF7B7CC7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D919D6-E9BF-4A92-AC8C-0F7EEF3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59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A8B8C-2FD0-4EE3-AFFF-B284C3BD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D740A-209D-4BF1-B5DE-6842342DB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077197-E2D0-4E59-BAE6-8C7C7B2D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DF978C-5321-4DBF-A757-30DD3EBF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6D684C-E286-4C8F-81B3-5450891AD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63C24B-16E5-49CE-BF0F-7E7B2323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95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1E22F-D317-4615-AD78-B35213E7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25067F-3E29-4EC7-9147-3D9A0EA34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2306DA-664C-4C88-A70A-C0362CC46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754EF5-6E6F-479B-9B2E-A8BD56CA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9BB1D9-4A64-4117-975F-9CFACB1A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1CF3F-1F07-47AE-AC3A-3F1DEE2A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3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00F82-D3A0-451B-BDCF-66EC43B9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4A87DE-99D7-4B4B-BF37-2F0C3B4EB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32AE6-575A-4286-87A7-FC85D11E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38B8E-7A34-45F9-BC44-D5CA285B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320A33-C8A6-4893-BD65-9FAD37F5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46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BFFDC52-60A3-45C6-AC76-536F1C4C2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7FA910-9123-4EA3-9FA4-EAD89D14F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E88044-632D-42CC-AD6C-028BD077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F84B53-629E-4A8F-BCB5-94EEF848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5D0D9F-E25C-4BAB-BF33-F48A30A0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B5452-A1E5-4978-968A-42F355DD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357286-9213-4E41-A9A7-269A831C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4AA322-2E44-4645-8B74-EB50F953B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84B7D-BA85-4604-BC4C-EF930BCDBFF3}" type="datetimeFigureOut">
              <a:rPr lang="ru-RU" smtClean="0"/>
              <a:pPr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406E9D-BDBA-4428-A88C-E6694D086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BAA139-58F9-43AD-82B3-895DFA26F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E5E56-D825-4525-8C37-AEB4A427B1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55F41-2D2D-476E-A1E3-BBDD46A85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223" y="2134397"/>
            <a:ext cx="8102353" cy="20485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«Разработка веб-сайта для автосалона на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» 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ВКР №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09.02.05.</a:t>
            </a:r>
            <a:endParaRPr lang="ru-RU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CE24D3-AC69-437F-AE05-D3573D891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9992" y="4075644"/>
            <a:ext cx="3444534" cy="1651285"/>
          </a:xfrm>
        </p:spPr>
        <p:txBody>
          <a:bodyPr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Работу выполнил:</a:t>
            </a: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обучающийся </a:t>
            </a:r>
            <a:r>
              <a:rPr lang="ru-RU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22ИСС1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группы</a:t>
            </a:r>
          </a:p>
          <a:p>
            <a:pPr algn="l">
              <a:spcBef>
                <a:spcPts val="0"/>
              </a:spcBef>
            </a:pPr>
            <a:r>
              <a:rPr lang="ru-RU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Житпелева</a:t>
            </a:r>
            <a:r>
              <a:rPr lang="ru-RU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Алена Сергеевна</a:t>
            </a:r>
            <a:endParaRPr lang="ru-RU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pPr algn="l">
              <a:spcBef>
                <a:spcPts val="0"/>
              </a:spcBef>
            </a:pPr>
            <a:r>
              <a:rPr lang="ru-RU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Матвеев Филипп Сергеевич</a:t>
            </a:r>
            <a:endParaRPr lang="ru-RU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5A021213-D472-43DF-9C44-467F15234022}"/>
              </a:ext>
            </a:extLst>
          </p:cNvPr>
          <p:cNvSpPr txBox="1">
            <a:spLocks/>
          </p:cNvSpPr>
          <p:nvPr/>
        </p:nvSpPr>
        <p:spPr>
          <a:xfrm>
            <a:off x="5201850" y="6347534"/>
            <a:ext cx="1788300" cy="51046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4D485B"/>
              </a:buClr>
              <a:buSzPts val="1800"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Пермь, </a:t>
            </a:r>
            <a:r>
              <a:rPr lang="ru-RU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ru-RU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buClr>
                <a:srgbClr val="4D485B"/>
              </a:buClr>
              <a:buSzPts val="1800"/>
            </a:pPr>
            <a:endParaRPr lang="ru-RU" sz="1800" b="1" dirty="0"/>
          </a:p>
        </p:txBody>
      </p:sp>
      <p:sp>
        <p:nvSpPr>
          <p:cNvPr id="7" name="AutoShape 2" descr="ПТПИТ | Пермский техникум | Пермь | ВКонтакте">
            <a:extLst>
              <a:ext uri="{FF2B5EF4-FFF2-40B4-BE49-F238E27FC236}">
                <a16:creationId xmlns:a16="http://schemas.microsoft.com/office/drawing/2014/main" id="{7C9537B0-B1B6-45F5-89FD-274457F74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ПТПИТ | Пермский техникум | Пермь | ВКонтакте">
            <a:extLst>
              <a:ext uri="{FF2B5EF4-FFF2-40B4-BE49-F238E27FC236}">
                <a16:creationId xmlns:a16="http://schemas.microsoft.com/office/drawing/2014/main" id="{717F549D-7B3A-4AB1-9195-746B1D1EF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DE2D425-F059-49B4-8F50-796C1D406D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6"/>
          <a:stretch/>
        </p:blipFill>
        <p:spPr>
          <a:xfrm>
            <a:off x="3923839" y="194692"/>
            <a:ext cx="6132622" cy="140428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870645-5B0E-460F-9C29-6586F1859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48" y="189068"/>
            <a:ext cx="1536577" cy="153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3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398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Автосалон SOLARIS хочет приобрести этот сайт, чтобы решать ключевые задачи: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Экономить время менеджеров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клиенты записываются сами через календарь.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Повышать лояльность клиентов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запись за 2 минуты, история, чат,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Контролировать бизнес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видеть все записи, отмены и скидки.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Работать на телефонах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сайт адаптирован под мобильные устройства.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Увеличивать продажи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напоминания, повторные визиты.</a:t>
            </a: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10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398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rmAutofit/>
          </a:bodyPr>
          <a:lstStyle/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Автоматизировать запись клиентов (онлайн-календарь).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Снизить нагрузку на менеджеров (меньше звонков).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Повысить лояльность клиентов (быстро, удобно, </a:t>
            </a:r>
            <a:r>
              <a:rPr lang="ru-RU" sz="2600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промокоды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Обеспечить руководству прозрачный учёт записей и скидок.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Адаптировать сервис под мобильные устройства (70% трафика).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Увеличить повторные продажи и средний чек.</a:t>
            </a:r>
          </a:p>
          <a:p>
            <a:pPr algn="just"/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5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5887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Autofit/>
          </a:bodyPr>
          <a:lstStyle/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Предоставить клиенту возможность самостоятельной записи (дата/время).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Сократить входящие звонки и ручную работу менеджеров.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Автоматически отправлять напоминания о записи.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Выдавать </a:t>
            </a:r>
            <a:r>
              <a:rPr lang="ru-RU" sz="2600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промокоды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 при переносе или отмене записи.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Вести историю записей каждого клиента.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Показывать руководству статистику (выполнено, отменено, перенесено).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Корректно отображаться на всех экранах (мобильная адаптация).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Увеличить число повторных обращений и дохода от </a:t>
            </a:r>
            <a:r>
              <a:rPr lang="ru-RU" sz="2600" dirty="0" err="1">
                <a:latin typeface="Arial" panose="020B0604020202020204" pitchFamily="34" charset="0"/>
                <a:cs typeface="Arial" panose="020B0604020202020204" pitchFamily="34" charset="0"/>
              </a:rPr>
              <a:t>допуслуг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47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Предпроектный анализ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rmAutofit/>
          </a:bodyPr>
          <a:lstStyle/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Проблемы: перегрузка менеджеров звонками, неудобная запись, нет мобильной адаптации и статистики.</a:t>
            </a: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Решение: сайт с онлайн-календарём, личным кабинетом, </a:t>
            </a:r>
            <a:r>
              <a:rPr lang="ru-RU" sz="2600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промокодами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уведомлениями.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Результат: звонков </a:t>
            </a:r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меньше на 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60%, запись за 2 минуты, контроль бизнеса.</a:t>
            </a:r>
          </a:p>
          <a:p>
            <a:pPr algn="just"/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21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ресурса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368" y="1268760"/>
            <a:ext cx="11432207" cy="4752528"/>
          </a:xfrm>
        </p:spPr>
        <p:txBody>
          <a:bodyPr>
            <a:normAutofit fontScale="92500"/>
          </a:bodyPr>
          <a:lstStyle/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изучение процессов автосалона, определение ролей (клиент, менеджер, админ)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База данных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таблицы: пользователи, машины, записи, скидки,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чаты, уведомления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), HTML/CSS/JS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(БД)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Интерфейс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адаптивный дизайн, личные кабинеты,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бургер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-меню, календарь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Логика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регистрация, запись, проверка занятости, чат, уведомления, скидки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проверка сценариев, отладка, запуск на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OpenServer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24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ресурса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Окружение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OpenServer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Laravel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База данных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таблицы: пользователи, машины, записи, скидки,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чаты, уведомления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Модели и контроллеры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Appointment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Discount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+ контроллеры для каждой роли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Маршруты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регистрация, вход,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лк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запись, чаты, панели менеджера и админа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Представления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главная страница,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лк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панели менеджера/админа, чаты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Логика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запись с проверкой занятости, чат с уведомлениями,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промокоды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 скидки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Адаптация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бургер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-меню, карточки вместо таблиц, мобильная верстка</a:t>
            </a:r>
          </a:p>
          <a:p>
            <a:pPr algn="just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Запуск 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тестирование, отладка,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OpenServer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Демонстрация ресурса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30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Разработан полнофункциональный сайт для автосалона SOLARIS с онлайн-записью, личными кабинетами, чатом, уведомлениями и системой </a:t>
            </a:r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скидок. Сайт </a:t>
            </a:r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адаптирован для всех устройств, автоматизирует работу менеджеров и повышает удобство для клиентов.</a:t>
            </a:r>
          </a:p>
          <a:p>
            <a:pPr algn="just"/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13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D780E-FC5E-4A95-A8BC-34A575C5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pic>
        <p:nvPicPr>
          <p:cNvPr id="3" name="Объект 13">
            <a:extLst>
              <a:ext uri="{FF2B5EF4-FFF2-40B4-BE49-F238E27FC236}">
                <a16:creationId xmlns:a16="http://schemas.microsoft.com/office/drawing/2014/main" id="{CE93D472-AC6A-423D-93D8-E6EF4428DF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</p:spTree>
    <p:extLst>
      <p:ext uri="{BB962C8B-B14F-4D97-AF65-F5344CB8AC3E}">
        <p14:creationId xmlns:p14="http://schemas.microsoft.com/office/powerpoint/2010/main" val="385611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AADA6-20A7-461D-95F9-8544DC3F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Рекомендуемые системные требования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93441"/>
              </p:ext>
            </p:extLst>
          </p:nvPr>
        </p:nvGraphicFramePr>
        <p:xfrm>
          <a:off x="1837944" y="1901952"/>
          <a:ext cx="8137584" cy="299986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033920">
                  <a:extLst>
                    <a:ext uri="{9D8B030D-6E8A-4147-A177-3AD203B41FA5}">
                      <a16:colId xmlns:a16="http://schemas.microsoft.com/office/drawing/2014/main" val="2997504314"/>
                    </a:ext>
                  </a:extLst>
                </a:gridCol>
                <a:gridCol w="5103664">
                  <a:extLst>
                    <a:ext uri="{9D8B030D-6E8A-4147-A177-3AD203B41FA5}">
                      <a16:colId xmlns:a16="http://schemas.microsoft.com/office/drawing/2014/main" val="2051028076"/>
                    </a:ext>
                  </a:extLst>
                </a:gridCol>
              </a:tblGrid>
              <a:tr h="518936">
                <a:tc>
                  <a:txBody>
                    <a:bodyPr/>
                    <a:lstStyle/>
                    <a:p>
                      <a:r>
                        <a:rPr lang="ru-RU" dirty="0" smtClean="0"/>
                        <a:t>Частота</a:t>
                      </a:r>
                      <a:r>
                        <a:rPr lang="ru-RU" baseline="0" dirty="0" smtClean="0"/>
                        <a:t> процесса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 2,0 ГГц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845888"/>
                  </a:ext>
                </a:extLst>
              </a:tr>
              <a:tr h="372238">
                <a:tc>
                  <a:txBody>
                    <a:bodyPr/>
                    <a:lstStyle/>
                    <a:p>
                      <a:r>
                        <a:rPr lang="ru-RU" dirty="0" smtClean="0"/>
                        <a:t>Оперативная память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ГБ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1244"/>
                  </a:ext>
                </a:extLst>
              </a:tr>
              <a:tr h="440309">
                <a:tc>
                  <a:txBody>
                    <a:bodyPr/>
                    <a:lstStyle/>
                    <a:p>
                      <a:r>
                        <a:rPr lang="ru-RU" dirty="0" smtClean="0"/>
                        <a:t>Процессор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i3 или аналог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484363"/>
                  </a:ext>
                </a:extLst>
              </a:tr>
              <a:tr h="372238">
                <a:tc>
                  <a:txBody>
                    <a:bodyPr/>
                    <a:lstStyle/>
                    <a:p>
                      <a:r>
                        <a:rPr lang="ru-RU" dirty="0" smtClean="0"/>
                        <a:t>Операционная система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10 / Linux /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macOS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724693"/>
                  </a:ext>
                </a:extLst>
              </a:tr>
              <a:tr h="433690">
                <a:tc>
                  <a:txBody>
                    <a:bodyPr/>
                    <a:lstStyle/>
                    <a:p>
                      <a:r>
                        <a:rPr lang="en-US" dirty="0" smtClean="0"/>
                        <a:t>HDD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ГБ свободного места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273503"/>
                  </a:ext>
                </a:extLst>
              </a:tr>
              <a:tr h="490216">
                <a:tc>
                  <a:txBody>
                    <a:bodyPr/>
                    <a:lstStyle/>
                    <a:p>
                      <a:r>
                        <a:rPr lang="ru-RU" dirty="0" smtClean="0"/>
                        <a:t>Видеокарта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effectLst/>
                          <a:latin typeface="quote-cjk-patch"/>
                        </a:rPr>
                        <a:t>Интегрированная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(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Intel HD Graphics)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255111"/>
                  </a:ext>
                </a:extLst>
              </a:tr>
              <a:tr h="372238">
                <a:tc>
                  <a:txBody>
                    <a:bodyPr/>
                    <a:lstStyle/>
                    <a:p>
                      <a:r>
                        <a:rPr lang="ru-RU" dirty="0" smtClean="0"/>
                        <a:t>Устройства ввода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Клавиатура и мышь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538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49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E477B-E380-43F9-B95E-EBD4E234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Оценка производственных затрат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17752"/>
              </p:ext>
            </p:extLst>
          </p:nvPr>
        </p:nvGraphicFramePr>
        <p:xfrm>
          <a:off x="1739176" y="1690689"/>
          <a:ext cx="8713648" cy="390199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932888">
                  <a:extLst>
                    <a:ext uri="{9D8B030D-6E8A-4147-A177-3AD203B41FA5}">
                      <a16:colId xmlns:a16="http://schemas.microsoft.com/office/drawing/2014/main" val="3710511903"/>
                    </a:ext>
                  </a:extLst>
                </a:gridCol>
                <a:gridCol w="3780760">
                  <a:extLst>
                    <a:ext uri="{9D8B030D-6E8A-4147-A177-3AD203B41FA5}">
                      <a16:colId xmlns:a16="http://schemas.microsoft.com/office/drawing/2014/main" val="2219599871"/>
                    </a:ext>
                  </a:extLst>
                </a:gridCol>
              </a:tblGrid>
              <a:tr h="565669">
                <a:tc>
                  <a:txBody>
                    <a:bodyPr/>
                    <a:lstStyle/>
                    <a:p>
                      <a:r>
                        <a:rPr lang="ru-RU" dirty="0" smtClean="0"/>
                        <a:t>Название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Стоимость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436538"/>
                  </a:ext>
                </a:extLst>
              </a:tr>
              <a:tr h="638891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 стоимости использования ЭВМ и оборудования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1 800р.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130137"/>
                  </a:ext>
                </a:extLst>
              </a:tr>
              <a:tr h="565669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 стоимости владения ПО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(бесплатное ПО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688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 стоимости установки ПО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(самостоятельная установка)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732143"/>
                  </a:ext>
                </a:extLst>
              </a:tr>
              <a:tr h="393221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 стоимости поддержки ПО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(силами штатного персонала)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105789"/>
                  </a:ext>
                </a:extLst>
              </a:tr>
              <a:tr h="592516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 использования коммуникаций при использовании системы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1 456р.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377244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Расчет стоимости разработки ИС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12 000р.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218868"/>
                  </a:ext>
                </a:extLst>
              </a:tr>
              <a:tr h="338580">
                <a:tc>
                  <a:txBody>
                    <a:bodyPr/>
                    <a:lstStyle/>
                    <a:p>
                      <a:pPr algn="r"/>
                      <a:r>
                        <a:rPr lang="ru-RU" dirty="0" smtClean="0"/>
                        <a:t>ИТОГ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15 256р.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333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77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306</Words>
  <Application>Microsoft Office PowerPoint</Application>
  <PresentationFormat>Широкоэкранный</PresentationFormat>
  <Paragraphs>87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quote-cjk-patch</vt:lpstr>
      <vt:lpstr>Тема Office</vt:lpstr>
      <vt:lpstr>ВЫПУСКНАЯ КВАЛИФИКАЦИОННАЯ РАБОТА   «Разработка веб-сайта для автосалона на Laravel»  ВКР №09.02.05.</vt:lpstr>
      <vt:lpstr>Актуальность</vt:lpstr>
      <vt:lpstr>Цель</vt:lpstr>
      <vt:lpstr>Задачи</vt:lpstr>
      <vt:lpstr>Предпроектный анализ</vt:lpstr>
      <vt:lpstr>Проектирование ресурса</vt:lpstr>
      <vt:lpstr>Разработка ресурса</vt:lpstr>
      <vt:lpstr>Демонстрация ресурса</vt:lpstr>
      <vt:lpstr>Заключение</vt:lpstr>
      <vt:lpstr>Спасибо за внимание!</vt:lpstr>
      <vt:lpstr>Рекомендуемые системные требования </vt:lpstr>
      <vt:lpstr>Оценка производственных затрат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  «Тема»  ВКР №09.02.05.18.4.1.1</dc:title>
  <dc:creator>Alena</dc:creator>
  <cp:lastModifiedBy>Alena</cp:lastModifiedBy>
  <cp:revision>11</cp:revision>
  <dcterms:modified xsi:type="dcterms:W3CDTF">2026-06-07T12:08:34Z</dcterms:modified>
</cp:coreProperties>
</file>
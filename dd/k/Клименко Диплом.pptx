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2" r:id="rId2"/>
    <p:sldId id="263" r:id="rId3"/>
    <p:sldId id="274" r:id="rId4"/>
    <p:sldId id="275" r:id="rId5"/>
    <p:sldId id="276" r:id="rId6"/>
    <p:sldId id="278" r:id="rId7"/>
    <p:sldId id="277" r:id="rId8"/>
    <p:sldId id="279" r:id="rId9"/>
    <p:sldId id="28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C2E8537-EEB8-4148-A1B2-E18B7071B8F7}">
          <p14:sldIdLst>
            <p14:sldId id="262"/>
            <p14:sldId id="263"/>
            <p14:sldId id="274"/>
            <p14:sldId id="275"/>
            <p14:sldId id="276"/>
            <p14:sldId id="278"/>
            <p14:sldId id="277"/>
            <p14:sldId id="279"/>
            <p14:sldId id="28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E32E4-16FA-49AC-AF1E-F7938AE96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2B75CF-E055-4022-82D8-D49B9D9F8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2E9E5-504B-47F6-8812-A8CCD95A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8B4BD-057D-4C65-9C71-84E165D4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47207-3713-4FE0-AAF4-5521112C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A436F-F96E-4837-BC4B-97F62299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9D9804-53F3-4D70-A9D9-E2BEE8A9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25E813-31FF-4178-8435-9C3B0F1A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FBF37-4B34-444F-AB5C-A7A89068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D49F4-9706-4115-9A2C-5582D04D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20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DB409-3169-4802-B4D0-F036157B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E0FD3E-A5D7-4008-BCA3-0E44B6CB7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E06979-90E7-4DE5-87C5-590E514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6EC389-62A4-42AB-BBF6-D0FCB61E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B47324-BAF2-481B-AA81-BFB53C38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4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B6D07-3B23-4030-A062-D62AC743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F6A0A-EE8C-420A-8030-7625D1E21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6404D7-E17C-4BC2-B6D9-F3F3A7B88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3DD9B4-579E-4FA0-8225-FAA8CA72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DEC4A8-1011-4D12-9D3C-9C78096C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35BEB6-82CC-4C69-A2AB-1E8398AA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81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99EAB-142F-4400-BF0D-9F95620F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77A82-7DF0-41B0-8B01-C4C47B54D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8EA9C3-6599-46CB-ADC9-9B2089DE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0E729D-C53A-434C-AF8F-3CB6F37A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7918BD-A84F-4160-A01B-BA5788D94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3C1419-7B02-45B1-ADB2-5A9EC8F1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53431B-86B7-4712-A458-F9BD81A6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7C95E9-7D3F-49BC-A38E-2AA32E9C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8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BBB27-A8CB-4B90-B787-AD90ED04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5C354C-B985-4B63-AA2D-0BDAFCAC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AA350A-EA4D-473B-9D51-D058F23C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3D719B-0A82-413A-8D3E-6A8EB895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6A6239-2371-4B40-8F6B-D3AAA10D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1561AE-7B06-4F50-BAF7-CF7B7CC7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D919D6-E9BF-4A92-AC8C-0F7EEF3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59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A8B8C-2FD0-4EE3-AFFF-B284C3BD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D740A-209D-4BF1-B5DE-6842342D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077197-E2D0-4E59-BAE6-8C7C7B2D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DF978C-5321-4DBF-A757-30DD3EBF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6D684C-E286-4C8F-81B3-5450891A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3C24B-16E5-49CE-BF0F-7E7B2323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95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1E22F-D317-4615-AD78-B35213E7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25067F-3E29-4EC7-9147-3D9A0EA34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2306DA-664C-4C88-A70A-C0362CC46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754EF5-6E6F-479B-9B2E-A8BD56CA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9BB1D9-4A64-4117-975F-9CFACB1A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1CF3F-1F07-47AE-AC3A-3F1DEE2A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00F82-D3A0-451B-BDCF-66EC43B9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4A87DE-99D7-4B4B-BF37-2F0C3B4EB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32AE6-575A-4286-87A7-FC85D11E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38B8E-7A34-45F9-BC44-D5CA285B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20A33-C8A6-4893-BD65-9FAD37F5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46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FFDC52-60A3-45C6-AC76-536F1C4C2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7FA910-9123-4EA3-9FA4-EAD89D14F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88044-632D-42CC-AD6C-028BD077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84B53-629E-4A8F-BCB5-94EEF848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D0D9F-E25C-4BAB-BF33-F48A30A0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B5452-A1E5-4978-968A-42F355DD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357286-9213-4E41-A9A7-269A831C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4AA322-2E44-4645-8B74-EB50F953B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84B7D-BA85-4604-BC4C-EF930BCDBFF3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06E9D-BDBA-4428-A88C-E6694D086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AA139-58F9-43AD-82B3-895DFA26F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55F41-2D2D-476E-A1E3-BBDD46A8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223" y="2134397"/>
            <a:ext cx="8102353" cy="20485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ДИПЛОМНАЯ РАБОТА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веб-приложения интернет-магазина компьютерных комплектующих с системой управления заказами и конфигуратором сборки ПК</a:t>
            </a:r>
            <a:br>
              <a:rPr lang="en-US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ВКР 09.02.07.22.4.1.08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CE24D3-AC69-437F-AE05-D3573D891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3939" y="4182919"/>
            <a:ext cx="3701675" cy="1651285"/>
          </a:xfrm>
        </p:spPr>
        <p:txBody>
          <a:bodyPr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Работу выполнил: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 22ИСС1 группы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Клименко Фёдор Сергеевич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Матвеев Филипп Сергеевич</a:t>
            </a:r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5A021213-D472-43DF-9C44-467F15234022}"/>
              </a:ext>
            </a:extLst>
          </p:cNvPr>
          <p:cNvSpPr txBox="1">
            <a:spLocks/>
          </p:cNvSpPr>
          <p:nvPr/>
        </p:nvSpPr>
        <p:spPr>
          <a:xfrm>
            <a:off x="5201850" y="6347534"/>
            <a:ext cx="1788300" cy="51046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4D485B"/>
              </a:buClr>
              <a:buSzPts val="1800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Пермь, 2026</a:t>
            </a:r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buClr>
                <a:srgbClr val="4D485B"/>
              </a:buClr>
              <a:buSzPts val="1800"/>
            </a:pPr>
            <a:endParaRPr lang="ru-RU" sz="1800" b="1" dirty="0"/>
          </a:p>
        </p:txBody>
      </p:sp>
      <p:sp>
        <p:nvSpPr>
          <p:cNvPr id="7" name="AutoShape 2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C9537B0-B1B6-45F5-89FD-274457F74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17F549D-7B3A-4AB1-9195-746B1D1EF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E2D425-F059-49B4-8F50-796C1D406D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/>
          <a:stretch/>
        </p:blipFill>
        <p:spPr>
          <a:xfrm>
            <a:off x="3923839" y="194692"/>
            <a:ext cx="6132622" cy="140428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870645-5B0E-460F-9C29-6586F1859CD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48" y="189068"/>
            <a:ext cx="1536577" cy="15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3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работы обусловлена необходимостью создания интернет-магазина компьютерной техники с функционалом конфигуратора ПК и автоматической проверкой совместимости компонентов, что отсутствует у большинства существующих аналогов.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Разработанное приложение предоставляет пользователям удобный инструмент для самостоятельной сборки компьютера, расчёта производительности и формирования PDF-отчётов.</a:t>
            </a:r>
          </a:p>
          <a:p>
            <a:pPr marL="0" indent="0">
              <a:lnSpc>
                <a:spcPct val="150000"/>
              </a:lnSpc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0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Разработка и создание веб-приложения интернет-магазина компьютерной техники и комплектующих с использованием современных технологий веб-разработки, обеспечивающего удобный интерфейс для пользователей, функциональную административную панель для управления товарами и заказами, а также конфигуратор ПК для самостоятельной сборки компьютера с проверкой совместимости компонентов.</a:t>
            </a:r>
            <a:endParaRPr lang="ru-RU" sz="2400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5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55" y="80963"/>
            <a:ext cx="11401425" cy="115887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0CEB4A-3311-48BA-9DDD-5B6474E5E09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0583" y="1001740"/>
            <a:ext cx="1066396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языков и технологий веб-разработки, выбрать наиболее подходящие для проекта.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существующие интернет-магазины компьютерной техники, выявить их преимущества и недостатки.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структуру базы данных и разработать веб-приложение с использованием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HTML, CSS, JavaScript и MySQL.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конфигуратор ПК с автоматической проверкой совместимости компонентов, расчётом стоимости и производительности, а также административную панель для управления товарами, заказами и пользователями.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каталог товаров с фильтрацией по характеристикам и систему отзывов с рейтингом.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корзину, оформление заказов и личный кабинет пользователя с историей покупок.</a:t>
            </a:r>
          </a:p>
        </p:txBody>
      </p:sp>
    </p:spTree>
    <p:extLst>
      <p:ext uri="{BB962C8B-B14F-4D97-AF65-F5344CB8AC3E}">
        <p14:creationId xmlns:p14="http://schemas.microsoft.com/office/powerpoint/2010/main" val="11754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Предпроектный анализ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5" y="1628776"/>
            <a:ext cx="10403206" cy="46897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разработкой интернет-магазина компьютерной техники и комплектующих проведен анализ технологий и подходов: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языков и инструментов: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серверной части.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для клиентской части с использованием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Blade для динамических шаблонов.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для базы данных.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проекту: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Удобный интерфейс и навигация.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Адаптивность для мобильных устройств.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Интеграция каталога товаров и корзины.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Автоматическая проверка совместимости компонентов в конфигураторе ПК.</a:t>
            </a:r>
          </a:p>
          <a:p>
            <a:pPr marL="457200" lvl="1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Административная панель для управления товарами, заказами и пользователями.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21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ресурса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719" y="1453002"/>
            <a:ext cx="4584155" cy="51482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страницы сайта: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товаров.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Карточка товара.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заказа.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Конфигуратор ПК.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панель.</a:t>
            </a:r>
          </a:p>
          <a:p>
            <a:pPr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Страницы авторизации и регистрации.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B752A1-B7BF-7550-2356-BDB195F7B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569" y="1994400"/>
            <a:ext cx="6408778" cy="31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4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ресурса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815" y="1371614"/>
            <a:ext cx="5743576" cy="512126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ресурса велась на PHP с использованием фреймворка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и СУБД MySQL. Созданы миграции для всех таблиц, реализованы контроллеры для аутентификации, каталогов, корзины, заказов, отзывов, конфигуратора и административной панели. Клиентская часть выполнена на HTML, CSS, JavaScript с подключением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AJAX-запросов. Реализована адаптивная вёрстка. В административной панели разработан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дэшборд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графиками и управлением контентом.</a:t>
            </a:r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AEABA7-1DD4-B724-F28B-D0E64967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62" y="2054391"/>
            <a:ext cx="6052136" cy="300224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431F967-95D4-AA35-A2B8-D1182170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6426">
            <a:off x="9848895" y="344103"/>
            <a:ext cx="1452111" cy="151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s 3 – Бесплатные иконки: технологии">
            <a:extLst>
              <a:ext uri="{FF2B5EF4-FFF2-40B4-BE49-F238E27FC236}">
                <a16:creationId xmlns:a16="http://schemas.microsoft.com/office/drawing/2014/main" id="{F3D20EF7-CA2D-075F-DAB2-B2735AB28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88155">
            <a:off x="7111607" y="5434896"/>
            <a:ext cx="1270611" cy="1270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>
            <a:extLst>
              <a:ext uri="{FF2B5EF4-FFF2-40B4-BE49-F238E27FC236}">
                <a16:creationId xmlns:a16="http://schemas.microsoft.com/office/drawing/2014/main" id="{6A22DCFE-23AB-6083-F8C7-B692C3144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61934">
            <a:off x="8365945" y="5434802"/>
            <a:ext cx="1270800" cy="127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" y="2687637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ресурса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30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6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выполнения дипломной работы разработано веб-приложение интернет-магазина компьютерной техники с конфигуратором ПК. Реализованы каталоги с фильтрацией, корзина, система заказов, личный кабинет, отзывы, административная панель. Ключевая функция - конфигуратор с автоматической проверкой совместимости компонентов, расчётом производительности и генерацией PDF-отчётов. Приложение развёрнуто на хостинге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Beget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готово к использованию.</a:t>
            </a:r>
            <a:endParaRPr lang="ru-RU" sz="3600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13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D780E-FC5E-4A95-A8BC-34A575C5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  <a:endParaRPr lang="ru-RU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Объект 13">
            <a:extLst>
              <a:ext uri="{FF2B5EF4-FFF2-40B4-BE49-F238E27FC236}">
                <a16:creationId xmlns:a16="http://schemas.microsoft.com/office/drawing/2014/main" id="{CE93D472-AC6A-423D-93D8-E6EF4428DF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</p:spTree>
    <p:extLst>
      <p:ext uri="{BB962C8B-B14F-4D97-AF65-F5344CB8AC3E}">
        <p14:creationId xmlns:p14="http://schemas.microsoft.com/office/powerpoint/2010/main" val="385611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AADA6-20A7-461D-95F9-8544DC3F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Рекомендуемые системные требования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533E92-10D5-4BE4-AF87-6DE110B3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68" y="1859679"/>
            <a:ext cx="7895264" cy="313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9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E477B-E380-43F9-B95E-EBD4E234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Оценка производственных затрат</a:t>
            </a:r>
            <a:endParaRPr lang="ru-RU"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FB7FB6-C39B-BCAD-1CAC-1DF6A373A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06" y="1608945"/>
            <a:ext cx="8120333" cy="39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7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513</Words>
  <Application>Microsoft Office PowerPoint</Application>
  <PresentationFormat>Широкоэкранный</PresentationFormat>
  <Paragraphs>56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ДИПЛОМНАЯ РАБОТА   Разработка веб-приложения интернет-магазина компьютерных комплектующих с системой управления заказами и конфигуратором сборки ПК  ВКР 09.02.07.22.4.1.08   </vt:lpstr>
      <vt:lpstr>Актуальность</vt:lpstr>
      <vt:lpstr>Цель</vt:lpstr>
      <vt:lpstr>Задачи</vt:lpstr>
      <vt:lpstr>Предпроектный анализ</vt:lpstr>
      <vt:lpstr>Проектирование ресурса</vt:lpstr>
      <vt:lpstr>Разработка ресурса</vt:lpstr>
      <vt:lpstr>Демонстрация ресурса</vt:lpstr>
      <vt:lpstr>Заключение</vt:lpstr>
      <vt:lpstr>Спасибо за внимание!</vt:lpstr>
      <vt:lpstr>Рекомендуемые системные требования</vt:lpstr>
      <vt:lpstr>Оценка производственных затрат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pl1@pl1.edu</dc:creator>
  <cp:lastModifiedBy>skytraiz dushka</cp:lastModifiedBy>
  <cp:revision>24</cp:revision>
  <dcterms:created xsi:type="dcterms:W3CDTF">2021-05-14T05:32:44Z</dcterms:created>
  <dcterms:modified xsi:type="dcterms:W3CDTF">2026-06-05T18:43:56Z</dcterms:modified>
</cp:coreProperties>
</file>